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7" r:id="rId4"/>
    <p:sldId id="258" r:id="rId5"/>
    <p:sldId id="259" r:id="rId6"/>
    <p:sldId id="265" r:id="rId7"/>
    <p:sldId id="274" r:id="rId8"/>
    <p:sldId id="284" r:id="rId9"/>
    <p:sldId id="277" r:id="rId10"/>
    <p:sldId id="287" r:id="rId11"/>
    <p:sldId id="278" r:id="rId12"/>
    <p:sldId id="279" r:id="rId13"/>
    <p:sldId id="280" r:id="rId14"/>
    <p:sldId id="285" r:id="rId15"/>
    <p:sldId id="286" r:id="rId16"/>
    <p:sldId id="261" r:id="rId17"/>
    <p:sldId id="288" r:id="rId18"/>
    <p:sldId id="262" r:id="rId19"/>
    <p:sldId id="283" r:id="rId20"/>
    <p:sldId id="282" r:id="rId21"/>
    <p:sldId id="281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D8913-1180-412E-9A42-D7A4C31C3478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9D0A-4183-4126-BF4B-11751C557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4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719D0A-4183-4126-BF4B-11751C557A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7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3CA3-155F-4004-B3EC-82204D6F1B6F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40911-8402-412C-A723-4C642C3C15C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A5A-F581-4AD0-8111-1056545480B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9F89-4B2F-4CF1-A4BB-558C15966A5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4789B-FEBB-4744-8DF3-A90C05279A8C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7820-5CB6-481C-B5D8-1DEB2FA826D7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DB2D9-45E0-4A69-81EE-0870D72ED99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549E-2921-429F-A371-48004BE1C43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71A-DD58-44F0-BE5B-421522BFC940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9D8D-A59D-4B37-BD88-A0724A58254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5063B-FEF1-4906-BF92-DA5276EB0180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EFED0-2538-43AE-BEB4-6EC7AC456FD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9890" y="325120"/>
            <a:ext cx="9144000" cy="2072640"/>
          </a:xfrm>
        </p:spPr>
        <p:txBody>
          <a:bodyPr/>
          <a:lstStyle/>
          <a:p>
            <a:r>
              <a:rPr lang="en-US" b="1" dirty="0"/>
              <a:t>STUDENT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25627"/>
            <a:ext cx="9144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/>
              <a:t>Presented By:</a:t>
            </a:r>
          </a:p>
          <a:p>
            <a:r>
              <a:rPr lang="en-US"/>
              <a:t>Prabesh </a:t>
            </a:r>
            <a:r>
              <a:rPr lang="en-US" err="1"/>
              <a:t>subedi</a:t>
            </a:r>
            <a:endParaRPr lang="en-US" dirty="0" err="1"/>
          </a:p>
          <a:p>
            <a:r>
              <a:rPr lang="en-US" dirty="0"/>
              <a:t>Sristi Lamichhane</a:t>
            </a:r>
          </a:p>
          <a:p>
            <a:r>
              <a:rPr lang="en-US" dirty="0"/>
              <a:t>Tikaram Subedi</a:t>
            </a:r>
          </a:p>
        </p:txBody>
      </p:sp>
      <p:pic>
        <p:nvPicPr>
          <p:cNvPr id="4" name="Picture 3" descr="Gandaki_University_Logo-thumbnail-200x200-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020" y="2273300"/>
            <a:ext cx="1518920" cy="131508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6295"/>
          </a:xfrm>
        </p:spPr>
        <p:txBody>
          <a:bodyPr/>
          <a:lstStyle/>
          <a:p>
            <a:pPr marL="0" indent="0">
              <a:buNone/>
            </a:pPr>
            <a:r>
              <a:rPr lang="en-US" altLang="en-GB"/>
              <a:t>We express gratitude to Gandaki University (Faculty of Science and Technology), our Supervisor [Dammar Khadayat], Coordinator[Saroj Giri], and all Faculty Members for their invaluable guidance and support throughout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of Content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5990"/>
          </a:xfrm>
        </p:spPr>
        <p:txBody>
          <a:bodyPr vert="horz" lIns="91440" tIns="45720" rIns="91440" bIns="45720" rtlCol="0" anchor="t">
            <a:normAutofit fontScale="87500" lnSpcReduction="10000"/>
          </a:bodyPr>
          <a:lstStyle/>
          <a:p>
            <a:pPr marL="0" indent="0">
              <a:buNone/>
            </a:pPr>
            <a:r>
              <a:rPr lang="en-US" dirty="0"/>
              <a:t>1.Introduction</a:t>
            </a:r>
          </a:p>
          <a:p>
            <a:pPr marL="0" indent="0">
              <a:buNone/>
            </a:pPr>
            <a:r>
              <a:rPr lang="en-US" dirty="0"/>
              <a:t>2.Problem Statement </a:t>
            </a:r>
          </a:p>
          <a:p>
            <a:pPr marL="0" indent="0">
              <a:buNone/>
            </a:pPr>
            <a:r>
              <a:rPr lang="en-US" dirty="0"/>
              <a:t>3.Objectives</a:t>
            </a:r>
          </a:p>
          <a:p>
            <a:pPr marL="0" indent="0">
              <a:buNone/>
            </a:pPr>
            <a:r>
              <a:rPr lang="en-US" dirty="0"/>
              <a:t>4.Scope of project </a:t>
            </a:r>
          </a:p>
          <a:p>
            <a:pPr marL="0" indent="0">
              <a:buNone/>
            </a:pPr>
            <a:r>
              <a:rPr lang="en-US" dirty="0"/>
              <a:t>5.Literature Review </a:t>
            </a:r>
          </a:p>
          <a:p>
            <a:pPr marL="0" indent="0">
              <a:buNone/>
            </a:pPr>
            <a:r>
              <a:rPr lang="en-US" dirty="0"/>
              <a:t>6.Methodology</a:t>
            </a:r>
          </a:p>
          <a:p>
            <a:pPr marL="0" indent="0">
              <a:buNone/>
            </a:pPr>
            <a:r>
              <a:rPr lang="en-US" dirty="0"/>
              <a:t>7.Tools and Technologies </a:t>
            </a:r>
          </a:p>
          <a:p>
            <a:pPr marL="0" indent="0">
              <a:buNone/>
            </a:pPr>
            <a:r>
              <a:rPr lang="en-US" dirty="0"/>
              <a:t>8.Performance Parameters</a:t>
            </a:r>
          </a:p>
          <a:p>
            <a:pPr marL="0" indent="0">
              <a:buNone/>
            </a:pPr>
            <a:r>
              <a:rPr lang="en-US" dirty="0"/>
              <a:t>9.Testing and Validations ‘</a:t>
            </a:r>
          </a:p>
          <a:p>
            <a:pPr marL="0" indent="0">
              <a:buNone/>
            </a:pPr>
            <a:r>
              <a:rPr lang="en-US" dirty="0"/>
              <a:t>10. Limitations </a:t>
            </a:r>
          </a:p>
          <a:p>
            <a:pPr marL="0" indent="0">
              <a:buNone/>
            </a:pPr>
            <a:r>
              <a:rPr lang="en-US" dirty="0"/>
              <a:t>11.Conclusion and Future Recommendations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GB" dirty="0"/>
              <a:t>Our Project “ STUDENT MANAGEMENT SYSTEM”  developed using the Django web framework, provides a web-based solution that allows administrators, teachers, and students to efficiently manage and access academic data from a single platform</a:t>
            </a:r>
          </a:p>
          <a:p>
            <a:endParaRPr lang="en-US" altLang="en-GB" dirty="0"/>
          </a:p>
          <a:p>
            <a:r>
              <a:rPr lang="en-US" altLang="en-GB" dirty="0"/>
              <a:t>The goal is to create a transparent, secure, and digital environment for academic data management.</a:t>
            </a:r>
          </a:p>
          <a:p>
            <a:endParaRPr lang="en-US" alt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b="1" dirty="0"/>
              <a:t>Problem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GB" dirty="0"/>
              <a:t>Manual data handling causes duplication and errors.</a:t>
            </a:r>
          </a:p>
          <a:p>
            <a:endParaRPr lang="en-US" altLang="en-GB" dirty="0"/>
          </a:p>
          <a:p>
            <a:r>
              <a:rPr lang="en-US" altLang="en-GB" dirty="0"/>
              <a:t>Difficulty in maintaining large records of attendance, grades, and feedback.</a:t>
            </a:r>
          </a:p>
          <a:p>
            <a:endParaRPr lang="en-US" altLang="en-GB" dirty="0"/>
          </a:p>
          <a:p>
            <a:r>
              <a:rPr lang="en-US" altLang="en-GB" dirty="0"/>
              <a:t>Lack of real-time data access and transparency.</a:t>
            </a:r>
          </a:p>
          <a:p>
            <a:endParaRPr lang="en-US" altLang="en-GB" dirty="0"/>
          </a:p>
          <a:p>
            <a:r>
              <a:rPr lang="en-US" altLang="en-GB" dirty="0"/>
              <a:t>Need for an integrated, user-friendly, and secure system for institutions.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altLang="en-GB" sz="2700" b="1" dirty="0"/>
              <a:t>General Objective:</a:t>
            </a:r>
          </a:p>
          <a:p>
            <a:pPr marL="0" indent="0">
              <a:buNone/>
            </a:pPr>
            <a:r>
              <a:rPr lang="en-US" altLang="en-GB" sz="2700" dirty="0"/>
              <a:t> To develop a web-based Student Management System using Django for efficient and secure academic record handling.</a:t>
            </a:r>
          </a:p>
          <a:p>
            <a:endParaRPr lang="en-US" altLang="en-GB" sz="2700" dirty="0"/>
          </a:p>
          <a:p>
            <a:pPr marL="0" indent="0">
              <a:buNone/>
            </a:pPr>
            <a:r>
              <a:rPr lang="en-US" altLang="en-GB" sz="2700" b="1" dirty="0"/>
              <a:t>Specific Objective </a:t>
            </a:r>
          </a:p>
          <a:p>
            <a:r>
              <a:rPr lang="en-US" altLang="en-GB" sz="2700" dirty="0"/>
              <a:t>Create user modules (Admin, Staff, Student).</a:t>
            </a:r>
          </a:p>
          <a:p>
            <a:r>
              <a:rPr lang="en-US" altLang="en-GB" sz="2700" dirty="0"/>
              <a:t>Automate attendance, results, and feedback.</a:t>
            </a:r>
          </a:p>
          <a:p>
            <a:r>
              <a:rPr lang="en-US" altLang="en-GB" sz="2700" dirty="0"/>
              <a:t>Implement role-based authentication.</a:t>
            </a:r>
          </a:p>
          <a:p>
            <a:r>
              <a:rPr lang="en-US" altLang="en-GB" sz="2700" dirty="0"/>
              <a:t>Provide dashboards for performance analysis.</a:t>
            </a:r>
          </a:p>
          <a:p>
            <a:r>
              <a:rPr lang="en-US" altLang="en-GB" sz="2700" dirty="0"/>
              <a:t>Securely store institutional data using Django ORM.</a:t>
            </a:r>
          </a:p>
          <a:p>
            <a:endParaRPr lang="en-US" altLang="en-GB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 dirty="0"/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2420"/>
            <a:ext cx="10515600" cy="45948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en-GB" sz="2300" dirty="0"/>
              <a:t>Designed to digitalize student and staff record management.</a:t>
            </a:r>
          </a:p>
          <a:p>
            <a:endParaRPr lang="en-US" altLang="en-GB" sz="2300" dirty="0"/>
          </a:p>
          <a:p>
            <a:r>
              <a:rPr lang="en-US" altLang="en-GB" sz="2300" dirty="0"/>
              <a:t>Covers core modules — attendance, results, feedback, leave, and courses.</a:t>
            </a:r>
          </a:p>
          <a:p>
            <a:endParaRPr lang="en-US" altLang="en-GB" sz="2300" dirty="0"/>
          </a:p>
          <a:p>
            <a:r>
              <a:rPr lang="en-US" altLang="en-GB" sz="2300" dirty="0"/>
              <a:t>Applicable for schools, colleges, and universities.</a:t>
            </a:r>
          </a:p>
          <a:p>
            <a:endParaRPr lang="en-US" altLang="en-GB" sz="2300" dirty="0"/>
          </a:p>
          <a:p>
            <a:r>
              <a:rPr lang="en-US" altLang="en-GB" sz="2300" dirty="0"/>
              <a:t>Built using Django with SQLite for local deployment.</a:t>
            </a:r>
          </a:p>
          <a:p>
            <a:endParaRPr lang="en-US" altLang="en-GB" sz="23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300" dirty="0"/>
              <a:t>Can be expanded with features like online payments or library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Literature Review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GB"/>
              <a:t>Previous studies show manual systems are inefficient for large institutions.</a:t>
            </a:r>
          </a:p>
          <a:p>
            <a:endParaRPr lang="en-US" altLang="en-GB"/>
          </a:p>
          <a:p>
            <a:r>
              <a:rPr lang="en-US" altLang="en-GB"/>
              <a:t>Web-based management improves data accuracy and accessibility.</a:t>
            </a:r>
          </a:p>
          <a:p>
            <a:endParaRPr lang="en-US" altLang="en-GB"/>
          </a:p>
          <a:p>
            <a:r>
              <a:rPr lang="en-US" altLang="en-GB"/>
              <a:t>Research supports automation in record-keeping for academic institutions.</a:t>
            </a:r>
          </a:p>
          <a:p>
            <a:endParaRPr lang="en-US" altLang="en-GB"/>
          </a:p>
          <a:p>
            <a:r>
              <a:rPr lang="en-US" altLang="en-GB"/>
              <a:t>Django framework provides scalability, security, and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Methodology (Agile 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en-US" altLang="en-GB"/>
              <a:t>Chosen Model: Agile Software Development Life Cycle</a:t>
            </a:r>
          </a:p>
          <a:p>
            <a:endParaRPr lang="en-US" altLang="en-GB"/>
          </a:p>
          <a:p>
            <a:pPr marL="0" indent="0">
              <a:buNone/>
            </a:pPr>
            <a:r>
              <a:rPr lang="en-US" altLang="en-GB" b="1"/>
              <a:t>Phases Followed:</a:t>
            </a:r>
          </a:p>
          <a:p>
            <a:r>
              <a:rPr lang="en-US" altLang="en-GB"/>
              <a:t>Requirement Analysis – Gathering stakeholder needs.</a:t>
            </a:r>
          </a:p>
          <a:p>
            <a:r>
              <a:rPr lang="en-US" altLang="en-GB"/>
              <a:t>Design – Database schema, flowcharts, UI wireframes.</a:t>
            </a:r>
          </a:p>
          <a:p>
            <a:r>
              <a:rPr lang="en-US" altLang="en-GB"/>
              <a:t>Development – Django backend, responsive frontend.</a:t>
            </a:r>
          </a:p>
          <a:p>
            <a:r>
              <a:rPr lang="en-US" altLang="en-GB"/>
              <a:t>Testing – Unit, integration, and UAT testing.</a:t>
            </a:r>
          </a:p>
          <a:p>
            <a:r>
              <a:rPr lang="en-US" altLang="en-GB"/>
              <a:t>Deployment – Local hosting using SQLite.</a:t>
            </a:r>
          </a:p>
          <a:p>
            <a:r>
              <a:rPr lang="en-US" altLang="en-GB"/>
              <a:t>Feedback &amp; Iteration – Continuous refinement.</a:t>
            </a:r>
          </a:p>
          <a:p>
            <a:r>
              <a:rPr lang="en-US" altLang="en-GB"/>
              <a:t>Maintenance – Bug fixes and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Flowcharts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Admin Functions: Manage students, staff, courses, attendance, and feedback.</a:t>
            </a:r>
          </a:p>
          <a:p>
            <a:r>
              <a:rPr lang="en-US" altLang="en-GB"/>
              <a:t>Staff Functions: Update attendance, manage results, and send feedback.</a:t>
            </a:r>
          </a:p>
          <a:p>
            <a:r>
              <a:rPr lang="en-US" altLang="en-GB"/>
              <a:t>Student Functions: View attendance, results, and submit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 descr="admin flowchar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005" y="364490"/>
            <a:ext cx="10333355" cy="55473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72280" y="5911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         Admin Flowchart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 descr="staff flowchar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300"/>
            <a:ext cx="11187430" cy="59359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593080" y="602488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Staff Flowchart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 descr="student flowchar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695" y="635"/>
            <a:ext cx="10965180" cy="63900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953000" y="5781040"/>
            <a:ext cx="4795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Student Flowchart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System Architecture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Three-Tier Architecture:</a:t>
            </a:r>
          </a:p>
          <a:p>
            <a:endParaRPr lang="en-US" altLang="en-GB"/>
          </a:p>
          <a:p>
            <a:r>
              <a:rPr lang="en-US" altLang="en-GB"/>
              <a:t>Presentation Layer: Interface for Admin, Staff, and Students.</a:t>
            </a:r>
          </a:p>
          <a:p>
            <a:endParaRPr lang="en-US" altLang="en-GB"/>
          </a:p>
          <a:p>
            <a:r>
              <a:rPr lang="en-US" altLang="en-GB"/>
              <a:t>Business Logic Layer: Django framework handling data processing.</a:t>
            </a:r>
          </a:p>
          <a:p>
            <a:endParaRPr lang="en-US" altLang="en-GB"/>
          </a:p>
          <a:p>
            <a:r>
              <a:rPr lang="en-US" altLang="en-GB"/>
              <a:t>Data Layer: SQLite database storing all records securely.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pic>
        <p:nvPicPr>
          <p:cNvPr id="4" name="Content Placeholder 3" descr="Your paragraph text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8740" y="464820"/>
            <a:ext cx="12611735" cy="57124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351780" y="5944235"/>
            <a:ext cx="4358005" cy="480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System Architecture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and Technologies 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3440" y="1978660"/>
          <a:ext cx="10485120" cy="358076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2317115">
                <a:tc>
                  <a:txBody>
                    <a:bodyPr/>
                    <a:lstStyle/>
                    <a:p>
                      <a:r>
                        <a:rPr lang="en-US" altLang="en-GB" sz="1100" b="1"/>
                        <a:t>Programming Language: Python</a:t>
                      </a:r>
                    </a:p>
                    <a:p>
                      <a:endParaRPr lang="en-US" altLang="en-GB" sz="1100" b="1"/>
                    </a:p>
                    <a:p>
                      <a:r>
                        <a:rPr lang="en-US" altLang="en-GB" sz="1100" b="1"/>
                        <a:t>Framework: Django (MVT Architecture)</a:t>
                      </a:r>
                    </a:p>
                    <a:p>
                      <a:endParaRPr lang="en-US" altLang="en-GB" sz="1100" b="1"/>
                    </a:p>
                    <a:p>
                      <a:r>
                        <a:rPr lang="en-US" altLang="en-GB" sz="1100" b="1"/>
                        <a:t>Database: SQLite</a:t>
                      </a:r>
                    </a:p>
                    <a:p>
                      <a:endParaRPr lang="en-US" altLang="en-GB" sz="1100" b="1"/>
                    </a:p>
                    <a:p>
                      <a:r>
                        <a:rPr lang="en-US" altLang="en-GB" sz="1100" b="1"/>
                        <a:t>Frontend: HTML, CSS, JavaScript, Bootstrap</a:t>
                      </a:r>
                    </a:p>
                    <a:p>
                      <a:endParaRPr lang="en-US" altLang="en-GB" sz="1100" b="1"/>
                    </a:p>
                    <a:p>
                      <a:r>
                        <a:rPr lang="en-US" altLang="en-GB" sz="1100" b="1"/>
                        <a:t>Editor: VS Code</a:t>
                      </a:r>
                    </a:p>
                    <a:p>
                      <a:endParaRPr lang="en-US" altLang="en-GB" sz="1100" b="1"/>
                    </a:p>
                    <a:p>
                      <a:r>
                        <a:rPr lang="en-US" altLang="en-GB" sz="1100" b="1"/>
                        <a:t>Hosting: Localhost / Django Server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Performance Prameters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GB"/>
              <a:t>Efficiency: Faster data processing and access</a:t>
            </a:r>
          </a:p>
          <a:p>
            <a:endParaRPr lang="en-US" altLang="en-GB"/>
          </a:p>
          <a:p>
            <a:r>
              <a:rPr lang="en-US" altLang="en-GB"/>
              <a:t>Accuracy: Error-free record management</a:t>
            </a:r>
          </a:p>
          <a:p>
            <a:endParaRPr lang="en-US" altLang="en-GB"/>
          </a:p>
          <a:p>
            <a:r>
              <a:rPr lang="en-US" altLang="en-GB"/>
              <a:t>Security: Authentication-based user access</a:t>
            </a:r>
          </a:p>
          <a:p>
            <a:endParaRPr lang="en-US" altLang="en-GB"/>
          </a:p>
          <a:p>
            <a:r>
              <a:rPr lang="en-US" altLang="en-GB"/>
              <a:t>Scalability: Easy to expand for future needs</a:t>
            </a:r>
          </a:p>
          <a:p>
            <a:endParaRPr lang="en-US" altLang="en-GB"/>
          </a:p>
          <a:p>
            <a:r>
              <a:rPr lang="en-US" altLang="en-GB"/>
              <a:t>Usability: Simple and responsive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 dirty="0"/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7500" lnSpcReduction="10000"/>
          </a:bodyPr>
          <a:lstStyle/>
          <a:p>
            <a:pPr marL="0" indent="0">
              <a:buNone/>
            </a:pPr>
            <a:r>
              <a:rPr lang="en-US" altLang="en-GB" b="1" dirty="0"/>
              <a:t>Testing Methods:</a:t>
            </a:r>
          </a:p>
          <a:p>
            <a:r>
              <a:rPr lang="en-US" altLang="en-GB" dirty="0"/>
              <a:t>Unit Testing – Module verification</a:t>
            </a:r>
          </a:p>
          <a:p>
            <a:r>
              <a:rPr lang="en-US" altLang="en-GB" dirty="0"/>
              <a:t>Integration Testing – Module interaction</a:t>
            </a:r>
          </a:p>
          <a:p>
            <a:r>
              <a:rPr lang="en-US" altLang="en-GB" dirty="0"/>
              <a:t>User Acceptance Testing – Role-based validation</a:t>
            </a:r>
          </a:p>
          <a:p>
            <a:endParaRPr lang="en-US" altLang="en-GB" dirty="0"/>
          </a:p>
          <a:p>
            <a:pPr marL="0" indent="0">
              <a:buNone/>
            </a:pPr>
            <a:r>
              <a:rPr lang="en-US" altLang="en-GB" b="1" dirty="0"/>
              <a:t>Results: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100% functional accuracy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Smooth CRUD operations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Error handling validated</a:t>
            </a:r>
          </a:p>
          <a:p>
            <a:r>
              <a:rPr lang="en-US" altLang="en-US" dirty="0"/>
              <a:t>✅</a:t>
            </a:r>
            <a:r>
              <a:rPr lang="en-US" altLang="en-GB" dirty="0"/>
              <a:t> Secure login and authorization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Automated notifications (email/SMS) are not yet implemented.</a:t>
            </a:r>
          </a:p>
          <a:p>
            <a:r>
              <a:rPr lang="en-US" altLang="en-GB"/>
              <a:t>Future upgrades required for large-scale institutional deployment.</a:t>
            </a:r>
          </a:p>
          <a:p>
            <a:r>
              <a:rPr lang="en-US" altLang="en-GB"/>
              <a:t>The system currently supports local deployment only (not cloud-hosted).</a:t>
            </a:r>
          </a:p>
          <a:p>
            <a:endParaRPr lang="en-US" altLang="en-GB"/>
          </a:p>
          <a:p>
            <a:endParaRPr lang="en-US" alt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/>
              <a:t>Efficient digital management system for institutions.</a:t>
            </a:r>
          </a:p>
          <a:p>
            <a:endParaRPr lang="en-US" altLang="en-GB"/>
          </a:p>
          <a:p>
            <a:r>
              <a:rPr lang="en-US" altLang="en-GB"/>
              <a:t>Reduces manual errors and improves transparency.</a:t>
            </a:r>
          </a:p>
          <a:p>
            <a:endParaRPr lang="en-US" altLang="en-GB"/>
          </a:p>
          <a:p>
            <a:r>
              <a:rPr lang="en-US" altLang="en-GB"/>
              <a:t>Django ensures strong backend security and flexibility.</a:t>
            </a:r>
          </a:p>
          <a:p>
            <a:endParaRPr lang="en-US" altLang="en-GB"/>
          </a:p>
          <a:p>
            <a:r>
              <a:rPr lang="en-US" altLang="en-GB"/>
              <a:t>Achieved all project objectives successfully.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b="1"/>
              <a:t>Future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10000"/>
          </a:bodyPr>
          <a:lstStyle/>
          <a:p>
            <a:r>
              <a:rPr lang="en-US" altLang="en-GB"/>
              <a:t>Biometric or facial recognition attendance.</a:t>
            </a:r>
          </a:p>
          <a:p>
            <a:endParaRPr lang="en-US" altLang="en-GB"/>
          </a:p>
          <a:p>
            <a:r>
              <a:rPr lang="en-US" altLang="en-GB"/>
              <a:t>Online fee payment integration.</a:t>
            </a:r>
          </a:p>
          <a:p>
            <a:endParaRPr lang="en-US" altLang="en-GB"/>
          </a:p>
          <a:p>
            <a:r>
              <a:rPr lang="en-US" altLang="en-GB"/>
              <a:t>Mobile app (Android/iOS).</a:t>
            </a:r>
          </a:p>
          <a:p>
            <a:endParaRPr lang="en-US" altLang="en-GB"/>
          </a:p>
          <a:p>
            <a:r>
              <a:rPr lang="en-US" altLang="en-GB"/>
              <a:t>Cloud hosting for scalability.</a:t>
            </a:r>
          </a:p>
          <a:p>
            <a:endParaRPr lang="en-US" altLang="en-GB"/>
          </a:p>
          <a:p>
            <a:r>
              <a:rPr lang="en-US" altLang="en-GB"/>
              <a:t>Advanced analytics dashboard.</a:t>
            </a:r>
          </a:p>
          <a:p>
            <a:endParaRPr lang="en-US" altLang="en-GB"/>
          </a:p>
          <a:p>
            <a:r>
              <a:rPr lang="en-US" altLang="en-GB"/>
              <a:t>Multi-factor authentication (2FA/OTP).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5241" y="2765947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Aptos"/>
              </a:rPr>
              <a:t>Thank You</a:t>
            </a:r>
            <a:endParaRPr lang="en-US" sz="8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5*281"/>
  <p:tag name="TABLE_ENDDRAG_RECT" val="67*155*825*28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722</Words>
  <Application>Microsoft Office PowerPoint</Application>
  <PresentationFormat>Widescreen</PresentationFormat>
  <Paragraphs>167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STUDENT MANAGEMENT SYSTEM</vt:lpstr>
      <vt:lpstr>Acknowledgement</vt:lpstr>
      <vt:lpstr>Table of Content </vt:lpstr>
      <vt:lpstr>Introduction</vt:lpstr>
      <vt:lpstr>Problem Statement </vt:lpstr>
      <vt:lpstr>Objectives </vt:lpstr>
      <vt:lpstr>Scope of the Project</vt:lpstr>
      <vt:lpstr>Literature Review </vt:lpstr>
      <vt:lpstr>Methodology (Agile SDLC)</vt:lpstr>
      <vt:lpstr>Flowcharts</vt:lpstr>
      <vt:lpstr>PowerPoint Presentation</vt:lpstr>
      <vt:lpstr>PowerPoint Presentation</vt:lpstr>
      <vt:lpstr>PowerPoint Presentation</vt:lpstr>
      <vt:lpstr>System Architecture </vt:lpstr>
      <vt:lpstr>PowerPoint Presentation</vt:lpstr>
      <vt:lpstr>Tools and Technologies </vt:lpstr>
      <vt:lpstr>Performance Prameters </vt:lpstr>
      <vt:lpstr>Testing &amp; Validation</vt:lpstr>
      <vt:lpstr>Limitations</vt:lpstr>
      <vt:lpstr>Conclusions</vt:lpstr>
      <vt:lpstr>Future Recommendations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creator/>
  <cp:lastModifiedBy>khagindra subedi</cp:lastModifiedBy>
  <cp:revision>198</cp:revision>
  <dcterms:created xsi:type="dcterms:W3CDTF">2025-06-20T00:40:00Z</dcterms:created>
  <dcterms:modified xsi:type="dcterms:W3CDTF">2025-11-04T05:42:24Z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FA8479352EB549F9BD5BD207E09A634A_13</vt:lpwstr>
  </property>
  <property fmtid="{D5CDD505-2E9C-101B-9397-08002B2CF9AE}" pid="3" name="KSOProductBuildVer">
    <vt:lpwstr>2057-12.2.0.22549</vt:lpwstr>
  </property>
</Properties>
</file>